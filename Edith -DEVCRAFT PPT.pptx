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8373A-0E16-49CD-8372-AAEC5621571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266C3-9FD9-4468-A6F1-00D44643D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55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266C3-9FD9-4468-A6F1-00D44643DF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9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US" b="1" u="sng" dirty="0"/>
              <a:t>ClearSight.ai </a:t>
            </a:r>
            <a:endParaRPr lang="en-IN" b="1" u="sng" dirty="0">
              <a:latin typeface="Montserrat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112646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 </a:t>
            </a:r>
            <a:r>
              <a:rPr lang="en-US" sz="1800" b="1" dirty="0"/>
              <a:t>ClearSight.ai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800" b="1" dirty="0"/>
              <a:t>Translating "Matrix-style" server logs into a real-time, plain-English "Security Storyboard." 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 DevCraft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Simon’s Command Line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 </a:t>
            </a:r>
            <a:r>
              <a:rPr lang="en-US" sz="1800" b="1" dirty="0"/>
              <a:t>April 2026</a:t>
            </a: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</a:t>
            </a: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800" b="1" dirty="0"/>
              <a:t>Cybersecurity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4079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A8EA22-0F27-4E17-989C-C4F43044CA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3150" y="2702884"/>
            <a:ext cx="11253273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Cyberattacks are invisible to the people who own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logs record attacks in a chaotic, highly technical format that is impossible for non-experts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to read quickly.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owners and junior developers are left vulnerable because </a:t>
            </a:r>
            <a:r>
              <a:rPr lang="en-US" sz="2000" b="1" dirty="0"/>
              <a:t>traditional security monitoring is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   built for specialized analysts, not everyday builders.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3DD72F6-1250-46FF-819C-351E3391CB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935704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tartup founders and small-to-medium business owners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Junior developers and DevOps engineers looking for faster triage.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Anyone hosting a website who wants immediate visibility into their digital 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needing a cybersecurity degree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48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CD7DD3-7681-44A6-973A-F44FE2A598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5942" y="3139491"/>
            <a:ext cx="1096011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SIEMs (Security Information and Event Management) which are bloated and expensive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WAF (Web Application Firewall) logs which are just walls of unreadable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terminal commands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grep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awk</a:t>
            </a:r>
            <a:r>
              <a:rPr lang="en-US" altLang="en-US" sz="2000" b="1" dirty="0">
                <a:latin typeface="Arial Unicode MS"/>
              </a:rPr>
              <a:t>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which are too slow during an active breach.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4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Gaps &amp; Opportunities</a:t>
            </a:r>
            <a:br>
              <a:rPr lang="en-IN" b="1" u="sng" dirty="0">
                <a:latin typeface="Montserrat" panose="00000500000000000000" pitchFamily="2" charset="0"/>
              </a:rPr>
            </a:br>
            <a:endParaRPr lang="en-IN" b="1" u="sng" dirty="0">
              <a:latin typeface="Montserrat" panose="00000500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0D9F5D-CF6B-45D3-B63D-C3C2ABA476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70155" y="3039428"/>
            <a:ext cx="1045169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Gap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Existing tools are passive and visually overwhelming. They require complex regex and domain knowledge just to figure out what the attacker is doing.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Opportunity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There is a massive opportunity to use AI to bridge this "translation gap," turning passive, boring log reading into a visually intuitive, action-oriented experience.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40C1E6-2CCE-4357-A3F6-B319B7B948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4583" y="3039428"/>
            <a:ext cx="98828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ClearSight.ai is like "Google Translate for Hackers.“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ingests raw server logs and generates a visual, social-media-style "Security Feed.“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tables of IPs and error codes, it explains threats in plain English and offers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one-click code generation shield to block them instantly.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63BC33-B94B-4D93-806E-41FC30CA2D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3218" y="3008650"/>
            <a:ext cx="10485563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Log Parser: Instantly filters out normal traffic and highlights critical errors (403s, 500s)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Storyteller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Translates complex payloads into simple, 10-word explanations.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One-Click Shield: Automatically generates the exact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htaccess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nginx.conf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rule needed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patch the detected vulnerability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 Score Card: A shareable, visual summary of the day's prevented attacks.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B29BE9-5CCA-4EA0-806B-996681D67F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318077"/>
            <a:ext cx="9446817" cy="2223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Raw Server Logs (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txt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.log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 backend parses and filters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Analysis: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Filtered threat data is sent to the AI API for context and translation.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translated data and generated fixes are rendered on a clean, interactive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     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dashboard.</a:t>
            </a:r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1" u="sng" dirty="0"/>
              <a:t>Core Logic</a:t>
            </a:r>
            <a:r>
              <a:rPr lang="en-US" b="1" dirty="0"/>
              <a:t>: Python.</a:t>
            </a:r>
          </a:p>
          <a:p>
            <a:pPr algn="l"/>
            <a:r>
              <a:rPr lang="en-US" b="1" u="sng" dirty="0"/>
              <a:t>Frontend UI: </a:t>
            </a:r>
            <a:r>
              <a:rPr lang="en-US" b="1" u="sng" dirty="0" err="1"/>
              <a:t>Streamlit</a:t>
            </a:r>
            <a:r>
              <a:rPr lang="en-US" b="1" u="sng" dirty="0"/>
              <a:t> </a:t>
            </a:r>
            <a:r>
              <a:rPr lang="en-US" b="1" dirty="0"/>
              <a:t>(allows for rapid, beautiful dashboard creation in under 4 hours).</a:t>
            </a:r>
          </a:p>
          <a:p>
            <a:pPr algn="l"/>
            <a:r>
              <a:rPr lang="en-US" b="1" u="sng" dirty="0"/>
              <a:t>AI Engine</a:t>
            </a:r>
            <a:r>
              <a:rPr lang="en-US" b="1" dirty="0"/>
              <a:t>: Google Gemini API (for natural language processing and code generation).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D858E7-A4C1-4AFC-BDED-C1E4FEE284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414257"/>
            <a:ext cx="1033173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drags and drops a log file into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ClearSight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system scans the chaos and translates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 views "Action Cards" (e.g., 🇷🇺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Login Attempt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 clicks "Generate Protection" to instantly receive the code to block the attacker.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C9B1CD-5D1F-40CE-B63F-F70DFC044E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275758"/>
            <a:ext cx="92929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Democratizes cybersecurity by making threat detection accessible to non-experts.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incident response time from hours of manual parsing to mere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seconds of visual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Shifts defense from reactive panic to proactive, confident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A3EA2F-4957-47AF-972D-1BD79A5A61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414257"/>
            <a:ext cx="106523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server integration via SSH for real-time streaming (no file uploads needed).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Automated, permission-based deployment of the generated firewall rules directly to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threat modeling based on global attack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u="sng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6162E2-AD33-4D42-9B7A-D591CFF80A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84350" y="3218408"/>
            <a:ext cx="80021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1: JEYSURIYA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Lead backend Developer /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2: MUKESH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AI Integration &amp; Prompt Engineering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3: V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KARUNYA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Frontend UI &amp;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frontend Developer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4: KAVYA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DHARSHANI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Product Strategy &amp; Pitch Presentation </a:t>
            </a: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642</Words>
  <Application>Microsoft Office PowerPoint</Application>
  <PresentationFormat>Widescreen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Unicode MS</vt:lpstr>
      <vt:lpstr>Calibri</vt:lpstr>
      <vt:lpstr>Calibri Light</vt:lpstr>
      <vt:lpstr>Montserrat</vt:lpstr>
      <vt:lpstr>Open sans</vt:lpstr>
      <vt:lpstr>Office Theme</vt:lpstr>
      <vt:lpstr>ClearSight.ai </vt:lpstr>
      <vt:lpstr>Problem Statement</vt:lpstr>
      <vt:lpstr>Target Audience</vt:lpstr>
      <vt:lpstr>Existing Solutions</vt:lpstr>
      <vt:lpstr>Gaps &amp; Opportunities </vt:lpstr>
      <vt:lpstr>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 Pranav</dc:creator>
  <cp:lastModifiedBy>Administrator</cp:lastModifiedBy>
  <cp:revision>28</cp:revision>
  <dcterms:created xsi:type="dcterms:W3CDTF">2026-04-04T11:36:02Z</dcterms:created>
  <dcterms:modified xsi:type="dcterms:W3CDTF">2026-04-06T09:47:23Z</dcterms:modified>
</cp:coreProperties>
</file>